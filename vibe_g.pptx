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4" r:id="rId4"/>
    <p:sldMasterId id="214748365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in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4000" cy="113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C193E2-4568-449B-9AA2-3CE895E9BD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in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4000" cy="113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E37318-DBCA-47DB-9415-6D849EC8AE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Standa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4000" cy="113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432828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049000" y="1769040"/>
            <a:ext cx="432828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5C026D-C7A9-4D72-837E-46ABC5E0E9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4000" cy="113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A669F8-6766-4C74-B90D-CE20690D17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Standar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4000" cy="113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432828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9000" y="1769040"/>
            <a:ext cx="432828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1A2F08D-2FD5-464F-BDF6-FB83F56147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4000" cy="113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5FA73FE-AD63-430D-88B1-1AB50E3533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Standar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4000" cy="113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432828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049000" y="1769040"/>
            <a:ext cx="432828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ED26AEC-CF64-4440-B530-71F9A10704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80000" cy="75600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Times New Roman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4752000"/>
            <a:ext cx="8870040" cy="20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493"/>
          </a:bodyPr>
          <a:p>
            <a:pPr marL="432000" indent="0" algn="ctr">
              <a:spcAft>
                <a:spcPts val="1414"/>
              </a:spcAf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864000" indent="0" algn="ctr">
              <a:spcAft>
                <a:spcPts val="1131"/>
              </a:spcAf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Times New Roman"/>
            </a:endParaRPr>
          </a:p>
          <a:p>
            <a:pPr lvl="2" marL="1296000" indent="0" algn="ctr">
              <a:spcAft>
                <a:spcPts val="848"/>
              </a:spcAf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lvl="3" marL="1728000" indent="0" algn="ctr">
              <a:spcAft>
                <a:spcPts val="561"/>
              </a:spcAf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lvl="4" marL="2160000" indent="0" algn="ctr">
              <a:spcAft>
                <a:spcPts val="281"/>
              </a:spcAf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lvl="5" marL="2592000" indent="0" algn="ctr">
              <a:spcAft>
                <a:spcPts val="281"/>
              </a:spcAf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lvl="6" marL="3024000" indent="0" algn="ctr">
              <a:spcAft>
                <a:spcPts val="281"/>
              </a:spcAf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50364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00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22664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17395DB-AC96-40B6-84F3-056E2C1B228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2"/>
          <a:stretch/>
        </p:blipFill>
        <p:spPr>
          <a:xfrm>
            <a:off x="0" y="-1440"/>
            <a:ext cx="10080000" cy="7561440"/>
          </a:xfrm>
          <a:prstGeom prst="rect">
            <a:avLst/>
          </a:prstGeom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4000" cy="113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Times New Roman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Times New Roman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7227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CAC1B0-8C4C-440C-B472-059B0194DB4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3"/>
    <p:sldLayoutId id="2147483653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80000" cy="7560000"/>
          </a:xfrm>
          <a:prstGeom prst="rect">
            <a:avLst/>
          </a:prstGeom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4000" cy="113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Times New Roman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Times New Roman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7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8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9"/>
          </p:nvPr>
        </p:nvSpPr>
        <p:spPr>
          <a:xfrm>
            <a:off x="7227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83CA13B-D761-4BBA-BD7A-415850D8250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  <p:sldLayoutId id="2147483656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80000" cy="7560000"/>
          </a:xfrm>
          <a:prstGeom prst="rect">
            <a:avLst/>
          </a:prstGeom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4000" cy="113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Times New Roman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Times New Roman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0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12"/>
          </p:nvPr>
        </p:nvSpPr>
        <p:spPr>
          <a:xfrm>
            <a:off x="7227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6E5EB7F-0D80-493D-A4D0-917224F093A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8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Times New Roman"/>
              </a:rPr>
              <a:t>a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8870040" cy="259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Aft>
                <a:spcPts val="1414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4000" cy="113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4000" cy="113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4000" cy="113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4000" cy="113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4000" cy="113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432828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049000" y="1769040"/>
            <a:ext cx="432828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4000" cy="113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432828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5049000" y="1769040"/>
            <a:ext cx="432828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4000" cy="113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432828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5049000" y="1769040"/>
            <a:ext cx="432828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4000" cy="113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432828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049000" y="1769040"/>
            <a:ext cx="432828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2026-07-05T16:24:26Z</dcterms:created>
  <dc:creator/>
  <dc:description>Those creative commons textures have been used:
http://www.flickr.com/photos/kellyloveswhales/3505365913/ by 'Kelly Loves Whales'
http://www.flickr.com/photos/digitalyardsale/4806075532/in/photostream/ by Nick Merritt
License: https://creativecommons.org/licenses/by-sa/3.0/</dc:description>
  <dc:language>en-US</dc:language>
  <cp:lastModifiedBy/>
  <dcterms:modified xsi:type="dcterms:W3CDTF">2026-07-05T16:36:41Z</dcterms:modified>
  <cp:revision>2</cp:revision>
  <dc:subject/>
  <dc:title>Vintage</dc:title>
</cp:coreProperties>
</file>